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6358-8CC0-B3C0-1EDF-8BF6ACA80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2727F-56B7-3CA8-80A8-1A43A1D41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CE92D-6EE2-A9CA-6DCA-C931139B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EAA88-C7B2-C940-0B61-E5744182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F4AD-15EE-6AD1-3710-A7746050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63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81D0-1A6D-79A1-4D89-F319E73C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24A1B-3DD6-7F44-1902-205829D6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1C8F2-BDE6-9487-55A6-93DE8DED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F08C2-5B01-3697-9555-FA43269C0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96B2-FB20-D3F3-47FA-CCFC68C8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14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DE40-CF41-1CD4-AED5-CFC5BD676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20782-3F4B-DBF8-61D1-0E4DC769C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DDBE-D572-0D65-29E6-4D42F2B2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FD7B7-4B97-8EA9-21EE-4DDAE3C0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59643-4E19-9042-7345-AE3AA089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50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B82E-9821-7156-3BB4-33EDDAA6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8D75-3121-7FC3-9CC3-EB285EA8D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3ECBD-FE1B-B025-41E7-9C6DF88F2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A580-5944-7B6F-3802-D9AA81D0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07142-040E-074D-2F63-DA569A27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30EED-4AEB-964F-D64C-E1425055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07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F37B-C84A-031D-64CC-F0AC5607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509E6-1D90-3C6A-E9C2-0EAE90DDD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EDB3B-D7AE-8379-9B32-F5807E90E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D61A0-0D36-773D-0F91-919F31F2B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8191C-5D72-B453-0579-518DA1056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D8837-BE67-0804-BECC-5EF9C280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CDEDC-5167-9F0D-6381-86FC769C5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58545-53B9-A64E-16FE-F7877DED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65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7436-2180-6675-C389-3C901F78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70690-1243-2B6E-F4FB-8636F9F9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CC261-1990-4B7F-BCC4-8D10699F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1395F-6B9B-C53A-A393-BFE98ABD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2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D636E-512F-FBF7-5406-69C1AEDF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702-EB3C-FC19-A601-994E7A97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F126D-1792-ECCD-42A6-76CFEE10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16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CE0A-518E-752A-A5B1-B69975B6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2537F-2D6E-348A-2558-189A921E5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FB08E-A2FB-820E-5362-165A9C2F4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7BE6A-0FE1-C658-EE20-4ABCAE6B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FB5D9-685B-056A-8D22-0EBA17C3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D808A-8CD2-87B2-D245-6ACBB252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10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56C3-734A-814C-01AE-6F97C6D4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805C8-6E5F-8273-1C33-7BBC18105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976E-89B0-5187-17BE-33B10FDB9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8F0CC-1FD1-AA5A-F276-95A5DAC5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45A60-1EC3-D90E-8795-E08729A0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8FE61-D829-A705-92A3-428D37AE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430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C822-72ED-2438-C195-C681F6D8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CAF43-0910-33FE-2FC1-EF287E445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3C07-4B89-F688-614F-7CD1E81A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6680-0427-3953-815A-96B8D748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D7953-BFAC-273E-80C2-F7F4E5E6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4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ED83D-6417-6164-FA98-B32E41824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BF20B-E6BA-EEA3-50DD-3075222CB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75B2-C940-11DD-1465-7B623F15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2A66-2E62-5703-7219-781D5402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D34D-2C6D-32A4-7060-C7E93733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675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7428-A0E3-6B49-FFF5-7EA40420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7B18A-C3DC-3927-68FA-8AEB81B94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4FB89-FC16-F8E2-49B4-36BA80AF4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AE6F7-D044-4514-A974-8BCF5C4E62CB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04D26-3D58-17B5-43A7-A36432F80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7313-D7A5-FD76-9593-1ED100B7B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21CC1-33D3-412D-98F3-2AB48C63A1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71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CF9E-72A1-6C09-BBF4-09BE5CB8A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6647" y="460882"/>
            <a:ext cx="7853464" cy="862080"/>
          </a:xfrm>
        </p:spPr>
        <p:txBody>
          <a:bodyPr>
            <a:normAutofit fontScale="90000"/>
          </a:bodyPr>
          <a:lstStyle/>
          <a:p>
            <a:r>
              <a:rPr lang="en-GB" dirty="0"/>
              <a:t>Performance tests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F69122-DFB6-8C88-0A7A-DED263DFE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915941"/>
              </p:ext>
            </p:extLst>
          </p:nvPr>
        </p:nvGraphicFramePr>
        <p:xfrm>
          <a:off x="581023" y="2168328"/>
          <a:ext cx="11287126" cy="21378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87126">
                  <a:extLst>
                    <a:ext uri="{9D8B030D-6E8A-4147-A177-3AD203B41FA5}">
                      <a16:colId xmlns:a16="http://schemas.microsoft.com/office/drawing/2014/main" val="753377709"/>
                    </a:ext>
                  </a:extLst>
                </a:gridCol>
              </a:tblGrid>
              <a:tr h="534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Consolas" panose="020B0609020204030204" pitchFamily="49" charset="0"/>
                        </a:rPr>
                        <a:t>R example: a simulation study (Old version):   483.23 sec elapsed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225870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Consolas" panose="020B0609020204030204" pitchFamily="49" charset="0"/>
                        </a:rPr>
                        <a:t>R example: a simulation study (New version):   265.55 sec elapsed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72824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Consolas" panose="020B0609020204030204" pitchFamily="49" charset="0"/>
                        </a:rPr>
                        <a:t>A pseudo melanoma study example (Old version): 87.69 sec elapsed (run 100 times)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473991"/>
                  </a:ext>
                </a:extLst>
              </a:tr>
              <a:tr h="534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Consolas" panose="020B0609020204030204" pitchFamily="49" charset="0"/>
                        </a:rPr>
                        <a:t>A pseudo melanoma study example (New version): 59.61 sec elapsed (run 100 times)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643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2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Performance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Mozgunov</dc:creator>
  <cp:lastModifiedBy>Nikita Mozgunov</cp:lastModifiedBy>
  <cp:revision>1</cp:revision>
  <dcterms:created xsi:type="dcterms:W3CDTF">2026-03-03T08:54:13Z</dcterms:created>
  <dcterms:modified xsi:type="dcterms:W3CDTF">2026-03-03T08:58:24Z</dcterms:modified>
</cp:coreProperties>
</file>